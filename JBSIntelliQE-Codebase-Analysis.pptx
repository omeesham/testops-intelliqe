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13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7536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JBSIntelliQE — Codebase Feature Analysis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E2E Testing &amp; Feature Coverage Matrix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595360" y="182880"/>
            <a:ext cx="1463040" cy="22860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95360" y="199529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595360" y="484632"/>
            <a:ext cx="1463040" cy="228600"/>
          </a:xfrm>
          <a:prstGeom prst="roundRect">
            <a:avLst>
              <a:gd name="adj" fmla="val 20000"/>
            </a:avLst>
          </a:prstGeom>
          <a:solidFill>
            <a:srgbClr val="7835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595360" y="501281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Implement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149840" y="196596"/>
            <a:ext cx="1463040" cy="22860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149840" y="182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Implement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558698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Implemented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Implemented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Be Implemented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Core User Flows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Login/Logout, Signup (roles), Protected routes, Session auth, Form submissions, Profile display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reset, Global search, Profile edit, Password change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Checkout/payment (N/A — QA platform)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UI &amp; Frontend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layouts (Tailwind), Buttons/links/dropdowns, Form validations, Loading states, Toast notifications, Animations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accessibility audit (ARIA), Dark mode, Breadcrumb navigation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Backend Integration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22+ API route files, Axios Bearer token, Error handling (try-catch), Session handling, Tenant-scoped isolation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caching, Request logging, API versioning, Rate limiting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Database Validation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30+ PostgreSQL tables, Validation rules engine, Parameterized queries, Tenant isolation, Connection pooling, Azure SQL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framework (Knex/Prisma), FK constraints, Auto backup, Dedup at DB level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Auth &amp; Authorization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access (3 roles), Login/signup + tenants, Auth middleware, Platform admin override, Worker auth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with expiry, bcrypt hashing, Granular RBAC, OAuth2/SSO, MFA, Account lockout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Third-Party Integrations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JIRA, Azure Blob/SQL/ADF, Databricks, Gmail SMTP, Teams webhooks, Claude AI, Playwright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payments, OAuth logins, Slack, PagerDuty, Confluence, SMS (Twilio)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Error Handling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Try-catch all routes, User-friendly messages, Network error handling, PII masking, Credential redaction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error boundary, Centralized middleware, Empty states, Retry/backoff, Circuit breaker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Performance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connection pooling, Config caching, Vite HMR, Code splitting, Memoization, Skeleton loaders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caching, gzip compression, Query optimization, CDN, Lazy loading, Load testing (k6)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 Security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Parameterized SQL, Client-side encryption, PII masking, Credential redaction, Tenant isolation, CORS, Auth middleware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 (replace XOR), Helmet.js, HTTPS, Rate limiting, XSS prevention, CSP, Secrets vault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 Cross-Browser &amp; Device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breakpoints (sm/md/lg/xl), Mobile-first grids, TTS voice fallbacks, ES2022 target, Responsive header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 multi-browser tests, Device matrix, PWA, Touch gestures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 Notifications &amp; Async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alerts (SMTP), Teams webhooks, SSE real-time updates, Toast system, Background worker, Event broadcasting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Slack, SMS (Twilio), Push notifications, Webhook retry, User preferences, Notification inbox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 Logging &amp; Monitoring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logging, Context tags, Health endpoint, Cost/token tracking, ADF observability (KPIs, incidents)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logging (Winston), Sentry, APM (DataDog), Morgan, Alert thresholds, Audit trail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JBSIntelliQE QA Automation Platform  |  React 19 + Express 5 + PostgreSQL + Claude AI  |  Analysis Date: March 2026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568</Words>
  <Application>Microsoft Office PowerPoint</Application>
  <PresentationFormat>Widescreen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JBSIntelliQE — Codebase Feature Analysis</dc:title>
  <dc:subject>PptxGenJS Presentation</dc:subject>
  <dc:creator>JBSIntelliQE Analysis</dc:creator>
  <cp:lastModifiedBy>Omeesha Mahanta</cp:lastModifiedBy>
  <cp:revision>2</cp:revision>
  <dcterms:created xsi:type="dcterms:W3CDTF">2026-03-31T14:26:14Z</dcterms:created>
  <dcterms:modified xsi:type="dcterms:W3CDTF">2026-03-31T14:35:33Z</dcterms:modified>
</cp:coreProperties>
</file>